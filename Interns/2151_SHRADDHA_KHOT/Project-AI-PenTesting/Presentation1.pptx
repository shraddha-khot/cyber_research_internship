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58" r:id="rId4"/>
    <p:sldId id="262" r:id="rId5"/>
    <p:sldId id="261" r:id="rId6"/>
    <p:sldId id="268" r:id="rId7"/>
    <p:sldId id="263" r:id="rId8"/>
    <p:sldId id="264" r:id="rId9"/>
    <p:sldId id="265" r:id="rId10"/>
    <p:sldId id="267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C4A04-2D47-1919-6C56-0D89D1E0A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4F7FF-5BB5-85F2-2783-1DE55016F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C77D8-A184-52E9-40E9-579267B46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E924-3068-4C89-A38F-3FA80C61F4D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D845C-CA4D-055E-DD9E-85B3E2415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74C26-EF17-452C-75D1-57989D246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C3BC6-4B88-4F02-9155-B4C9484E4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329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A753E-8420-365E-F5FF-5C82009C5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410F8-C6F1-42FF-5855-BB9CD5D06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E23D4-39A8-F8BA-E68F-954ADA956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E924-3068-4C89-A38F-3FA80C61F4D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9243B-7A2E-78B9-BF45-380078CCD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AE64E-6413-A72B-495A-80568E44C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C3BC6-4B88-4F02-9155-B4C9484E4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203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84933-A874-EDAB-5144-705291639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03BB6-87E1-FE0C-CA0C-424779AC8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2A387-10DB-B636-6497-46C737E09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E924-3068-4C89-A38F-3FA80C61F4D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49F56-2100-5003-7107-F93F023F5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D06C3-7194-6518-A405-CB40D7D89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C3BC6-4B88-4F02-9155-B4C9484E4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28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85754-6439-A5D5-2B46-3AEEE4EF8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3449E-56DF-86F7-AC56-31366D8B47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D3A81-23E1-07D8-A336-7581B9B7E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69511-A9AE-4AC7-2CC4-1122FCCEA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E924-3068-4C89-A38F-3FA80C61F4D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89D40-E014-E48D-CBDB-C151C6E0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E7E96-4526-3F76-8951-A0CB41261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C3BC6-4B88-4F02-9155-B4C9484E4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18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ABFBE-DBF4-D7DD-44D8-D94415E27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D87D8-6374-569E-807D-55C6786E4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A477E-3B58-920A-D189-7C9FBF987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D356A1-3BB1-6FD4-835D-3FE5D0DD6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2A22A5-89C2-0CA6-436B-E9E0333BBB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6A0848-F8B5-70F0-2FC0-6F2ED4FA2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E924-3068-4C89-A38F-3FA80C61F4D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DC16D7-B9E1-D947-47B5-D8FFE72C7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296017-9C4C-00C1-DA4B-0F42ACB68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C3BC6-4B88-4F02-9155-B4C9484E4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215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BE003-DF22-BEB0-A45F-6984DFC59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B6D933-DE7E-73F8-D19F-6EF9961BD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E924-3068-4C89-A38F-3FA80C61F4D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2AD15E-5F92-F30B-5206-7A46CD772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48BCA-5A6B-03D5-33AC-1C1BF38D2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C3BC6-4B88-4F02-9155-B4C9484E4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251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8717EE-127B-D8EA-AC41-ABDDDDDD2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E924-3068-4C89-A38F-3FA80C61F4D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71DE9D-921C-518F-7C93-627D9AAE9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19F9D-F753-802B-0DC3-01CE4785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C3BC6-4B88-4F02-9155-B4C9484E4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030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6EB56-8283-AB84-D13C-23EEECDF7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367DB-C79E-6419-1144-AB558E7BD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CA9290-8025-83A7-33B2-60FB3EE58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73E55-DD59-1B0D-1A9B-8A551E285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E924-3068-4C89-A38F-3FA80C61F4D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B33A2-0F72-DF5F-DCA5-8BF4D2485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77985-C3B8-B054-D722-3095FB382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C3BC6-4B88-4F02-9155-B4C9484E4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31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57660-9F4A-48F6-2D5B-F678EDC72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F43489-18AB-5F0E-FB35-CC9A00AD95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6FE26E-7CBC-8A9B-96AE-477CBA7F8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C6FBD-3288-ACEB-C9D8-8342A2325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E924-3068-4C89-A38F-3FA80C61F4D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AC532B-9E4B-6340-1CB1-8EFB6C3EA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2A3A4E-9CEA-F350-F8C5-C6EA230FE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C3BC6-4B88-4F02-9155-B4C9484E4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44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D31B3-5316-9A1C-FC25-910A9FF6D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0528E3-A874-2C78-71B6-AD7409958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32B36-B530-183E-0CE2-B93BF1026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E924-3068-4C89-A38F-3FA80C61F4D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2A748-13C8-90AB-FD9C-00CBDA7DD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B1B23-84CB-4960-861A-1EEFB6589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C3BC6-4B88-4F02-9155-B4C9484E4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458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E74C73-AF42-251A-8622-9C34F5554F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6F922-DF88-2A1A-666C-DC1E4B7CB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6A407-5DC0-AA12-7BC9-1D22E2473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4E924-3068-4C89-A38F-3FA80C61F4D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25479-8548-C00C-6936-B8D2140AA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DB041-1E0F-98C1-3DEC-C59ED03DA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C3BC6-4B88-4F02-9155-B4C9484E4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085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0787C1-79A1-A187-21A9-D8E012A87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C338B-FB90-4A23-238B-48909EF6F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00EBC-F9D7-A823-12C8-C203AF2774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F4E924-3068-4C89-A38F-3FA80C61F4D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CA49B-A038-90B3-BE64-4D628F6260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963B0-7F60-CD2E-D8BB-285910C41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CC3BC6-4B88-4F02-9155-B4C9484E4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17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I Penetration Testing Title Slide without subtitle">
            <a:extLst>
              <a:ext uri="{FF2B5EF4-FFF2-40B4-BE49-F238E27FC236}">
                <a16:creationId xmlns:a16="http://schemas.microsoft.com/office/drawing/2014/main" id="{90EFF6A2-012C-CA66-0068-59FDB930A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1566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Agenda Slide for Pentest Copilot Presentation">
            <a:extLst>
              <a:ext uri="{FF2B5EF4-FFF2-40B4-BE49-F238E27FC236}">
                <a16:creationId xmlns:a16="http://schemas.microsoft.com/office/drawing/2014/main" id="{E8E17D0D-92FC-1D95-3F97-C44878830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3805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Introduction to Penetration Testing Slide">
            <a:extLst>
              <a:ext uri="{FF2B5EF4-FFF2-40B4-BE49-F238E27FC236}">
                <a16:creationId xmlns:a16="http://schemas.microsoft.com/office/drawing/2014/main" id="{D3EBE516-D717-4AB1-63F2-2D0D233E7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6480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Why AI in Penetration Testing Slide">
            <a:extLst>
              <a:ext uri="{FF2B5EF4-FFF2-40B4-BE49-F238E27FC236}">
                <a16:creationId xmlns:a16="http://schemas.microsoft.com/office/drawing/2014/main" id="{EDA3BF29-F654-009B-B0B8-38359DB44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76980"/>
            <a:ext cx="12192001" cy="7034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3828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Pentest Copilot AI overview slide">
            <a:extLst>
              <a:ext uri="{FF2B5EF4-FFF2-40B4-BE49-F238E27FC236}">
                <a16:creationId xmlns:a16="http://schemas.microsoft.com/office/drawing/2014/main" id="{92E3AE3F-DC72-972F-9122-B37F831AAD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07172" y="-459828"/>
            <a:ext cx="4041228" cy="4041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9E8E24-E4DF-D0F5-A596-9687833343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2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8326BE-5E20-84B4-4666-42DB52546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07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908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Business Impact and Differentiators">
            <a:extLst>
              <a:ext uri="{FF2B5EF4-FFF2-40B4-BE49-F238E27FC236}">
                <a16:creationId xmlns:a16="http://schemas.microsoft.com/office/drawing/2014/main" id="{662B4A52-F754-E824-4CBC-8E1DD0AE0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272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Market Research and Competitive Landscape">
            <a:extLst>
              <a:ext uri="{FF2B5EF4-FFF2-40B4-BE49-F238E27FC236}">
                <a16:creationId xmlns:a16="http://schemas.microsoft.com/office/drawing/2014/main" id="{60C74B0F-5A27-6D63-8C39-D3D9259F0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3468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2571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Future Scope and Innovation">
            <a:extLst>
              <a:ext uri="{FF2B5EF4-FFF2-40B4-BE49-F238E27FC236}">
                <a16:creationId xmlns:a16="http://schemas.microsoft.com/office/drawing/2014/main" id="{2B3DEFA8-984F-283F-28E3-5D0021DD2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1414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Pentest Copilot Conclusion Text">
            <a:extLst>
              <a:ext uri="{FF2B5EF4-FFF2-40B4-BE49-F238E27FC236}">
                <a16:creationId xmlns:a16="http://schemas.microsoft.com/office/drawing/2014/main" id="{4D809942-D75B-2EB3-F353-0D5AFF89B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691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Thank You Slide">
            <a:extLst>
              <a:ext uri="{FF2B5EF4-FFF2-40B4-BE49-F238E27FC236}">
                <a16:creationId xmlns:a16="http://schemas.microsoft.com/office/drawing/2014/main" id="{59B011BB-6B6F-A4E1-69DF-41B18A6AB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8365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shradhha khot</dc:creator>
  <cp:lastModifiedBy>shradhha khot</cp:lastModifiedBy>
  <cp:revision>2</cp:revision>
  <dcterms:created xsi:type="dcterms:W3CDTF">2026-04-28T06:59:11Z</dcterms:created>
  <dcterms:modified xsi:type="dcterms:W3CDTF">2026-04-29T14:33:16Z</dcterms:modified>
</cp:coreProperties>
</file>